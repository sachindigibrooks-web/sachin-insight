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77824" y="1965960"/>
            <a:ext cx="3511296" cy="475488"/>
          </a:xfrm>
          <a:prstGeom prst="roundRect">
            <a:avLst>
              <a:gd name="adj" fmla="val 50000"/>
            </a:avLst>
          </a:prstGeom>
          <a:solidFill>
            <a:srgbClr val="3A1E30"/>
          </a:solidFill>
          <a:ln w="9525">
            <a:solidFill>
              <a:srgbClr val="8A4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" y="2157984"/>
            <a:ext cx="91440" cy="91440"/>
          </a:xfrm>
          <a:prstGeom prst="ellipse">
            <a:avLst/>
          </a:prstGeom>
          <a:solidFill>
            <a:srgbClr val="FF5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9304" y="207568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84" b="1" spc="300">
                <a:solidFill>
                  <a:srgbClr val="FFD7DA"/>
                </a:solidFill>
                <a:latin typeface="Inter"/>
              </a:rPr>
              <a:t>MEN'S HEALTH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743200"/>
            <a:ext cx="8229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912" b="1" spc="-150">
                <a:solidFill>
                  <a:srgbClr val="FFFFFF"/>
                </a:solidFill>
                <a:latin typeface="Inter"/>
              </a:rPr>
              <a:t>Why Do I Go Soft</a:t>
            </a:r>
          </a:p>
          <a:p>
            <a:pPr algn="l">
              <a:lnSpc>
                <a:spcPct val="98000"/>
              </a:lnSpc>
            </a:pPr>
            <a:r>
              <a:rPr sz="6912" b="1" spc="-150">
                <a:solidFill>
                  <a:srgbClr val="FF5D6C"/>
                </a:solidFill>
                <a:latin typeface="Inter"/>
              </a:rPr>
              <a:t>During Sex?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486460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79" b="0">
                <a:solidFill>
                  <a:srgbClr val="D6E2F3"/>
                </a:solidFill>
                <a:latin typeface="Inter"/>
              </a:rPr>
              <a:t>Causes, Fixes and When to See a GP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5724144"/>
            <a:ext cx="2505456" cy="530352"/>
          </a:xfrm>
          <a:prstGeom prst="roundRect">
            <a:avLst>
              <a:gd name="adj" fmla="val 24000"/>
            </a:avLst>
          </a:prstGeom>
          <a:solidFill>
            <a:srgbClr val="24354F"/>
          </a:solidFill>
          <a:ln w="9525">
            <a:solidFill>
              <a:srgbClr val="445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852160"/>
            <a:ext cx="2505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AF1FB"/>
                </a:solidFill>
                <a:latin typeface="Inter"/>
              </a:rPr>
              <a:t>Common causes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5724144"/>
            <a:ext cx="2203704" cy="530352"/>
          </a:xfrm>
          <a:prstGeom prst="roundRect">
            <a:avLst>
              <a:gd name="adj" fmla="val 24000"/>
            </a:avLst>
          </a:prstGeom>
          <a:solidFill>
            <a:srgbClr val="24354F"/>
          </a:solidFill>
          <a:ln w="9525">
            <a:solidFill>
              <a:srgbClr val="445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5852160"/>
            <a:ext cx="22037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AF1FB"/>
                </a:solidFill>
                <a:latin typeface="Inter"/>
              </a:rPr>
              <a:t>Practical fixes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9592" y="5724144"/>
            <a:ext cx="2587752" cy="530352"/>
          </a:xfrm>
          <a:prstGeom prst="roundRect">
            <a:avLst>
              <a:gd name="adj" fmla="val 24000"/>
            </a:avLst>
          </a:prstGeom>
          <a:solidFill>
            <a:srgbClr val="24354F"/>
          </a:solidFill>
          <a:ln w="9525">
            <a:solidFill>
              <a:srgbClr val="445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9592" y="5852160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AF1FB"/>
                </a:solidFill>
                <a:latin typeface="Inter"/>
              </a:rPr>
              <a:t>When to see a GP</a:t>
            </a:r>
          </a:p>
        </p:txBody>
      </p:sp>
      <p:sp>
        <p:nvSpPr>
          <p:cNvPr id="14" name="Rounded Rectangle 13"/>
          <p:cNvSpPr/>
          <p:nvPr/>
        </p:nvSpPr>
        <p:spPr>
          <a:xfrm rot="21420000">
            <a:off x="8503920" y="2404872"/>
            <a:ext cx="5120640" cy="341985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x-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8705088" y="2606040"/>
            <a:ext cx="4718304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" y="760780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12" b="1">
                <a:solidFill>
                  <a:srgbClr val="C4D0E0"/>
                </a:solidFill>
                <a:latin typeface="Inter"/>
              </a:rPr>
              <a:t>vigrxplus.uk.com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760780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68" b="0">
                <a:solidFill>
                  <a:srgbClr val="B5C2D4"/>
                </a:solidFill>
                <a:latin typeface="Inter"/>
              </a:rPr>
              <a:t>Food supplement · not a medicine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